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645920"/>
            <a:ext cx="67052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MirrorVerse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Sim-Validated Edge AI Robotics for Disaster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Eashan Iyer  |  Samuel Lihn  |  Gordon Jin  |  Trevor Kwan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TreeHacks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When disasters strike, robots can't think for themselves — and humans can't reach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000" b="1">
                <a:solidFill>
                  <a:srgbClr val="FF4C4C"/>
                </a:solidFill>
                <a:latin typeface="Calibri"/>
              </a:defRPr>
            </a:pPr>
            <a:r>
              <a:t>Turkey-Syria 2023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59,000+ dead  •  10,000+ buildings collapsed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53,000+ rescue workers deployed into unstable structures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Secondary aftershock collapses endangered active rescue teams</a:t>
            </a:r>
          </a:p>
          <a:p>
            <a:pPr algn="l">
              <a:spcBef>
                <a:spcPts val="1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000" b="1">
                <a:solidFill>
                  <a:srgbClr val="FF4C4C"/>
                </a:solidFill>
                <a:latin typeface="Calibri"/>
              </a:defRPr>
            </a:pPr>
            <a:r>
              <a:t>Myanmar March 2025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3,600+ dead  •  10,000+ buildings collapsed or severely damaged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6.4 aftershock hit while rescue operations were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 these environments: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800" b="0">
                <a:solidFill>
                  <a:srgbClr val="FF4C4C"/>
                </a:solidFill>
                <a:latin typeface="Calibri"/>
              </a:defRPr>
            </a:pPr>
            <a:r>
              <a:t>✘  Cell towers are down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FF4C4C"/>
                </a:solidFill>
                <a:latin typeface="Calibri"/>
              </a:defRPr>
            </a:pPr>
            <a:r>
              <a:t>✘  Cloud APIs are unreachable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FF4C4C"/>
                </a:solidFill>
                <a:latin typeface="Calibri"/>
              </a:defRPr>
            </a:pPr>
            <a:r>
              <a:t>✘  Teleoperation has fatal latency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800" b="1">
                <a:solidFill>
                  <a:srgbClr val="76B900"/>
                </a:solidFill>
                <a:latin typeface="Calibri"/>
              </a:defRPr>
            </a:pPr>
            <a:r>
              <a:t>✔  The need for autonomous robots is at its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do you make a robot that can build, reinforce, and clear — safely — with zero internet?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most dangerous thing an autonomous robot can do is act without checking its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An LLM can plan a construction task. But LLMs hallucinate — they can propose structures that are physically impossible or unstable.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004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383280"/>
              </a:tblGrid>
              <a:tr h="585216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Current Approach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VLAs (Gemini Robotics 1.5)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Requires massive models + internet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Unusable in disaster zones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Digital Twins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Mirror reality passively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Don't plan ahead or validate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Text-to-Robot (VoxPoser, RoboGPT)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One-shot: prompt → action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physics check before execution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Teleoperation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Requires low-latency connection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20-min Mars delay, zero signal in rubble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What's missing: a physics sanity-check that runs locally, before the robot commits.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MirrorVerse: Plan. Simulate. Validate. Build.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"Build a reinforced shelter" — natural language input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Local LLM on DGX Spark decomposes the task into subtasks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Isaac Sim tests each action — will this block fall? Will this structure survive lateral forces?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690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Only actions that pass physics checks are sent to the real robot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7548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SO-101 arm executes the validated plan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C4C"/>
                </a:solidFill>
                <a:latin typeface="Calibri"/>
              </a:defRPr>
            </a:pPr>
            <a:r>
              <a:t>ADAPT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440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If the real world doesn't match the sim, the system re-plans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6B900"/>
                </a:solidFill>
                <a:latin typeface="Calibri"/>
              </a:defRPr>
            </a:pPr>
            <a:r>
              <a:t>No cloud.  No internet.  Fully autonomous.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DEMO — EARTHQUAKE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EFF"/>
                </a:solidFill>
                <a:latin typeface="Calibri"/>
              </a:defRPr>
            </a:pPr>
            <a:r>
              <a:t>❶ 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4300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"Build a tower" — DGX Spark LLM breaks this into pick-and-place subtasks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❷ 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Physical arm stacks blocks. Isaac Sim mirrors every move in real time (split screen).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C4C"/>
                </a:solidFill>
                <a:latin typeface="Calibri"/>
              </a:defRPr>
            </a:pPr>
            <a:r>
              <a:t>❸  STRESS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6323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Isaac Sim applies lateral forces (earthquake simulation). Tower collapses in sim. Real tower is untouched.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Calibri"/>
              </a:defRPr>
            </a:pPr>
            <a:r>
              <a:t>❹ 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2335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LLM analyzes the simulated collapse. Redesigns with wider base and interlocking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Calibri"/>
              </a:defRPr>
            </a:pPr>
            <a:r>
              <a:t>❺  REBUILD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98347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Arm rebuilds the reinforced version. Isaac Sim confirms it survives the same earthquake.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AI broke it in simulation so it wouldn't break in reality.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Three devices. Four agents. Zero cloud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▼  Voice / Text Prompt  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011680"/>
            <a:ext cx="448056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B900"/>
                </a:solidFill>
                <a:latin typeface="Calibri"/>
              </a:defRPr>
            </a:pPr>
            <a:r>
              <a:t>DGX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468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C: The Overlord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788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Local LLM • Task decomposition •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subtasks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validation requests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57200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JETSON ORIN NANO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A: The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VLM perception • Motor control • Camera feed</a:t>
            </a:r>
            <a:br/>
            <a:r>
              <a:t>→ Drives SO-101 Follower Arm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840480"/>
            <a:ext cx="457200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B900"/>
                </a:solidFill>
                <a:latin typeface="Calibri"/>
              </a:defRPr>
            </a:pPr>
            <a:r>
              <a:t>RTX 3070 — ISAAC 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B: The 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Physics simulation • Stress testing • Validation</a:t>
            </a:r>
            <a:br/>
            <a:r>
              <a:t>→ Digital Twin of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577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4C4C"/>
                </a:solidFill>
                <a:latin typeface="Calibri"/>
              </a:defRPr>
            </a:pPr>
            <a:r>
              <a:t>◀── feedback loop ──▶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Agent D: The Operator — Human override via Leader Arm for safety-critical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WHY EDGE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This is not a cloud project that happens to use hardware.</a:t>
            </a:r>
            <a:br/>
            <a:r>
              <a:t>This is a hardware-native system designed for environments where cloud doesn't exist.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56032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971800"/>
                <a:gridCol w="2971800"/>
              </a:tblGrid>
              <a:tr h="52251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Cloud Robotics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MirrorVerse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Internet required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100–500ms round trip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&lt;10ms local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Works in disaster zone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Works on Mars (20-min delay)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Physics validation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Every action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point of failure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Cloud outage = dead robot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Fully self-contained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 the intersection of three rapidly growing markets.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C4C"/>
                </a:solidFill>
                <a:latin typeface="Calibri"/>
              </a:defRPr>
            </a:pPr>
            <a:r>
              <a:t>Disaster Response</a:t>
            </a:r>
            <a:br/>
            <a:r>
              <a:t>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$2.5B → $6.2B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by 2033 (10.5% CAGR)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Search &amp; rescue robots:</a:t>
            </a:r>
            <a:br/>
            <a:r>
              <a:t>$35.3B in 2025</a:t>
            </a:r>
            <a:br/>
            <a:r>
              <a:t>$70.3B by 2030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Calibri"/>
              </a:defRPr>
            </a:pPr>
            <a:r>
              <a:t>Digital Twin</a:t>
            </a:r>
            <a:br/>
            <a: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$35.8B → $328.5B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by 2034 (31.1% CAGR)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NVIDIA Omniverse deployed</a:t>
            </a:r>
            <a:br/>
            <a:r>
              <a:t>by TSMC, BMW, Siemens</a:t>
            </a:r>
            <a:br/>
            <a:r>
              <a:t>for factory digital twins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  <a:latin typeface="Calibri"/>
              </a:defRPr>
            </a:pPr>
            <a:r>
              <a:t>Edge AI</a:t>
            </a:r>
            <a:br/>
            <a:r>
              <a:t>for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$1.2 Trillion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 2025 US manufacturing</a:t>
            </a:r>
            <a:br/>
            <a:r>
              <a:t>investment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NVIDIA Jetson, Isaac Sim,</a:t>
            </a:r>
            <a:br/>
            <a:r>
              <a:t>DGX Spark all built for</a:t>
            </a:r>
            <a:br/>
            <a:r>
              <a:t>exactly this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Sources: Verified Market Reports, Mordor Intelligence, GM Insights, NVIDIA Newsroom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WHAT MAKES THIS NOVEL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 didn't invent the components. We composed them in a way no one has.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7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749039"/>
                <a:gridCol w="3749039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Existing Approach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What They Do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What We Add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Digital Twins</a:t>
                      </a:r>
                      <a:br/>
                      <a:r>
                        <a:t>(Siemens, BMW)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Mirror reality for monitoring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Active planning + validation</a:t>
                      </a:r>
                      <a:br/>
                      <a:r>
                        <a:t>before execution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Sim-to-Real</a:t>
                      </a:r>
                      <a:br/>
                      <a:r>
                        <a:t>(OpenAI, DeepMind)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Train in sim, deploy to real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Run both simultaneously as</a:t>
                      </a:r>
                      <a:br/>
                      <a:r>
                        <a:t>coordinating agents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Text-to-Robot</a:t>
                      </a:r>
                      <a:br/>
                      <a:r>
                        <a:t>(VoxPoser, RoboGPT)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One-shot: prompt → action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Iterative: prompt → sim →</a:t>
                      </a:r>
                      <a:br/>
                      <a:r>
                        <a:t>validate → action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VLAs</a:t>
                      </a:r>
                      <a:br/>
                      <a:r>
                        <a:t>(Gemini Robotics 1.5)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Think before acting (cloud)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Think before acting</a:t>
                      </a:r>
                      <a:br/>
                      <a:r>
                        <a:t>(fully local edge hardware)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bidirectional feedback loop is the key innovation: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Sim proposes a design  →  Robot tries to build it  →  Robot reports failures  →  Sim adapts the design  →  Repeat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BBBBBB"/>
                </a:solidFill>
                <a:latin typeface="Calibri"/>
              </a:defRPr>
            </a:pPr>
            <a:r>
              <a:t>This is multi-agent collaboration, not one-way mirroring.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BEYOND DISASTER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demo is blocks. The architecture is universal.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Hazmat Decommissioning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Test a cutting procedure in sim before committing a robot in a radioactive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Remote Space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Build a habitat in sim on Earth, execute on Mars where 20-min signal delay makes teleoperation impossible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Precision 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Simulate micro-assembly before a robot places a component worth thousands of dollars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Infrastructure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Simulate load redistribution before a robot removes a damaged bridge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  <a:latin typeface="Calibri"/>
              </a:defRPr>
            </a:pPr>
            <a:r>
              <a:t>The prompt changes. The manipulator changes. The physics engine stays the same.</a:t>
            </a:r>
            <a:br/>
            <a:r>
              <a:t>If you can simulate it, you can validate it. If you can validate it, you can trust a robot to do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HARDWARE ON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520440"/>
                <a:gridCol w="3520440"/>
              </a:tblGrid>
              <a:tr h="71845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Device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DGX Spark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Local LLM</a:t>
                      </a:r>
                      <a:br/>
                      <a:r>
                        <a:t>(planning + orchestration)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Runs a capable LLM</a:t>
                      </a:r>
                      <a:br/>
                      <a:r>
                        <a:t>with zero internet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Jetson Orin Nano Super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Perception + motor control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Edge AI inference for VLM,</a:t>
                      </a:r>
                      <a:br/>
                      <a:r>
                        <a:t>drives the arm in real time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RTX 3070 Laptop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Isaac Sim</a:t>
                      </a:r>
                      <a:br/>
                      <a:r>
                        <a:t>(physics validation)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Full physics simulation</a:t>
                      </a:r>
                      <a:br/>
                      <a:r>
                        <a:t>for stress testing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SO-101 Follower Arm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Physical manipulation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Executes validated</a:t>
                      </a:r>
                      <a:br/>
                      <a:r>
                        <a:t>construction plans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SO-101 Leader Arm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Human override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Operator takes control for</a:t>
                      </a:r>
                      <a:br/>
                      <a:r>
                        <a:t>safety-critical edge cases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2x Mono Cameras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Stereo perception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Tracks block positions,</a:t>
                      </a:r>
                      <a:br/>
                      <a:r>
                        <a:t>feeds digital twin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620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Build a tower. Break it in simulation.</a:t>
            </a:r>
            <a:br/>
            <a:r>
              <a:t>Redesign it. Rebuild it stronger.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MirrorVerse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920240"/>
            <a:ext cx="48764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An AI system that plans a construction task, simulates it to check for structural failure, and only then tells the robot to build.</a:t>
            </a:r>
            <a:br/>
            <a:br/>
            <a:r>
              <a:t>If the simulation says it'll collapse in an earthquake, the AI redesigns it and the robot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6B900"/>
                </a:solidFill>
                <a:latin typeface="Calibri"/>
              </a:defRPr>
            </a:pPr>
            <a:r>
              <a:t>Fully local.  Fully autonomous.  Physics-validated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Built for the places where cloud doesn't reach and mistakes cost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Eashan Iyer  |  Samuel Lihn  |  Gordon Jin  |  Trevor Kwan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APPENDIX: PRIZE TRACK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40880"/>
              </a:tblGrid>
              <a:tr h="71845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Prize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Why We Fit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Edge AI Track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DGX Spark + Jetson + Isaac Sim — the full NVIDIA edge stack in one project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Open Models Challenge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Multi-agent system built on NVIDIA open models and hardware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Hardware Hack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3 NVIDIA compute devices + 2 robot arms + stereo cameras on the table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Most Technically Complex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Local LLM + VLA + physics sim + multi-agent orchestration across 3 devices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Greylock Best Multi-Turn Agent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4 agents reasoning about feedback to dynamically complete multi-step construction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Grand Prize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Innovation + technical complexity + social impact demonstrated in a single live demo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