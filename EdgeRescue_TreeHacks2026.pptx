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3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45920"/>
            <a:ext cx="67052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Edge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6B900"/>
                </a:solidFill>
                <a:latin typeface="Calibri"/>
              </a:defRPr>
            </a:pPr>
            <a:r>
              <a:rPr dirty="0"/>
              <a:t>Humans, Robots, and AI Working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Sim-validated autonomous robotics for disaster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Plan. Simulate. Validate. Build. No cloud, no internet, fully on edge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Eashan Iyer  |  Samuel Lihn  |  Gordon Jin  |  Trevor Kwan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TreeHacks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C4C"/>
                </a:solidFill>
                <a:latin typeface="Calibri"/>
              </a:defRPr>
            </a:pPr>
            <a:r>
              <a:t>HATAY, TURKEY  —  FEBRUARY 6, 2023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4:17 AM. A 7.8-magnitude earthquake hits.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800"/>
              </a:spcBef>
              <a:defRPr sz="2000" b="1">
                <a:solidFill>
                  <a:srgbClr val="FF4C4C"/>
                </a:solidFill>
                <a:latin typeface="Calibri"/>
              </a:defRPr>
            </a:pPr>
            <a:r>
              <a:rPr dirty="0"/>
              <a:t>59,000 dead across Turkey and Syria.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230,000+ buildings damaged or destroyed.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1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flaw wasn't bravery. It was information.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Rescue teams couldn't reach remote villages for 3–4 days.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Syria's White Helmets had no heavy equipment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I</a:t>
            </a:r>
            <a:r>
              <a:rPr dirty="0"/>
              <a:t>t never came.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At collapsed buildings, teams faced an impossible question: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"If we move this slab, will the rest collapse on us?"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No simulation. No structural model. Just gut instinct</a:t>
            </a:r>
          </a:p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under extreme time pressure.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097280"/>
            <a:ext cx="4572000" cy="4389120"/>
          </a:xfrm>
          <a:prstGeom prst="roundRect">
            <a:avLst/>
          </a:prstGeom>
          <a:solidFill>
            <a:srgbClr val="1A0A0A"/>
          </a:solidFill>
          <a:ln w="254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0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C4C"/>
                </a:solidFill>
                <a:latin typeface="Calibri"/>
              </a:defRPr>
            </a:pPr>
            <a:r>
              <a:t>THE SURVIVAL 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BBBB"/>
                </a:solidFill>
                <a:latin typeface="Calibri"/>
              </a:defRPr>
            </a:pPr>
            <a:r>
              <a:t>&lt; 24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965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survival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BBBB"/>
                </a:solidFill>
                <a:latin typeface="Calibri"/>
              </a:defRPr>
            </a:pPr>
            <a:r>
              <a:t>24–48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23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50–60%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468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survival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BBBB"/>
                </a:solidFill>
                <a:latin typeface="Calibri"/>
              </a:defRPr>
            </a:pPr>
            <a:r>
              <a:t>48–72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20–30%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survival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429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BBBB"/>
                </a:solidFill>
                <a:latin typeface="Calibri"/>
              </a:defRPr>
            </a:pPr>
            <a:r>
              <a:t>&gt; 72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5–10%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survival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2336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 hour a robot waits for a structural assessment is an hour a survivor may not have.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if the robot didn't have to guess? What if it could simulate the physics of a collapse,</a:t>
            </a:r>
          </a:p>
          <a:p>
            <a:pPr algn="ctr">
              <a:spcBef>
                <a:spcPts val="200"/>
              </a:spcBef>
              <a:defRPr sz="2000" b="1">
                <a:solidFill>
                  <a:srgbClr val="76B900"/>
                </a:solidFill>
                <a:latin typeface="Calibri"/>
              </a:defRPr>
            </a:pPr>
            <a:r>
              <a:t>test 100 approaches in seconds, and only commit to the safest one — with no internet?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EDGE RESCUE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Plan. Simulate. Validate. Build.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"Build a reinforced shelter"</a:t>
            </a:r>
            <a:r>
              <a:rPr lang="en-US" dirty="0"/>
              <a:t> —</a:t>
            </a:r>
            <a:r>
              <a:rPr dirty="0"/>
              <a:t> natural language, spoken or typed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Local LLM on DGX Spark decomposes into subtasks — no cloud, no internet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Isaac Sim tests each action: will it fall? Will it survive lateral forces?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690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Only physics-validated actions are sent to the real robot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7548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SO-101 arm executes the safe plan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C4C"/>
                </a:solidFill>
                <a:latin typeface="Calibri"/>
              </a:defRPr>
            </a:pPr>
            <a:r>
              <a:t>ADAPT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4406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If reality doesn't match the sim (block slips, misalignment), re-plan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6B900"/>
                </a:solidFill>
                <a:latin typeface="Calibri"/>
              </a:defRPr>
            </a:pPr>
            <a:r>
              <a:t>The AI breaks it in simulation so it doesn't break in reality.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YOU MAY HAVE SEEN...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BBBB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Google DeepMind — Gemini Robotics 1.5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100B+ parameter VLA that "thinks before it acts."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4C4C"/>
                </a:solidFill>
                <a:latin typeface="Calibri"/>
              </a:defRPr>
            </a:pPr>
            <a:r>
              <a:t>Requires cloud, massive compute, and internet.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FF4C4C"/>
                </a:solidFill>
                <a:latin typeface="Calibri"/>
              </a:defRPr>
            </a:pPr>
            <a:r>
              <a:t>Unusable in a disaster zone.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Industry Digital Twins (Siemens, BMW, NVIDIA Omniverse)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Mirror a factory floor for monitoring. Passive —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4C4C"/>
                </a:solidFill>
                <a:latin typeface="Calibri"/>
              </a:defRPr>
            </a:pPr>
            <a:r>
              <a:t>they watch, they don't plan or validate.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Text-to-Robot (VoxPoser, RoboGPT)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Prompt → one-shot execution. No physics validation.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4C4C"/>
                </a:solidFill>
                <a:latin typeface="Calibri"/>
              </a:defRPr>
            </a:pPr>
            <a:r>
              <a:t>If the LLM hallucinates an unstable structure, the robot builds it anyway.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25400" cy="47548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Runs entirely on local edge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DGX Spark + Jetson + Isaac Sim. No internet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The sim doesn't just mirror — it plans ahead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71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Proposes the next construction phase and stress-tests it before the robot commits.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Every action is physics-validated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9776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LLM proposes, the sim disposes. Nothing executes without passing physics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Bidirectional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834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When reality doesn't match sim (block slips), the system re-plans autonomously.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943600"/>
            <a:ext cx="9418320" cy="685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5989320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DeepMind showed that robots should think before they act. We showed you can do it on edge hardware with no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DEMO — EARTHQUAKE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EFF"/>
                </a:solidFill>
                <a:latin typeface="Calibri"/>
              </a:defRPr>
            </a:pPr>
            <a:r>
              <a:t>❶ 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4300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"Build a tower" — DGX Spark LLM breaks this into pick-and-place subtasks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❷ 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Physical arm stacks blocks. Isaac Sim mirrors every move in real time (split screen).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C4C"/>
                </a:solidFill>
                <a:latin typeface="Calibri"/>
              </a:defRPr>
            </a:pPr>
            <a:r>
              <a:t>❸  STRESS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6323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Isaac Sim applies lateral forces (earthquake simulation). Tower collapses in sim. Real tower is untouched.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Calibri"/>
              </a:defRPr>
            </a:pPr>
            <a:r>
              <a:t>❹ 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2335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LLM analyzes the simulated collapse. Redesigns with wider base and interlocking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Calibri"/>
              </a:defRPr>
            </a:pPr>
            <a:r>
              <a:t>❺  REBUILD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983479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Arm rebuilds the reinforced version. Isaac Sim confirms it survives the same earthquake.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same loop that reinforces a block tower is what would prevent a rescue robot from pulling the wrong beam.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Three devices. Four agents. Zero cloud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▼  Voice / Text Prompt  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011680"/>
            <a:ext cx="448056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7764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B900"/>
                </a:solidFill>
                <a:latin typeface="Calibri"/>
              </a:defRPr>
            </a:pPr>
            <a:r>
              <a:t>DGX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468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C: The Overlord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788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Local LLM • Task decomposition •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subtasks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validation requests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57200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JETSON ORIN NANO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A: The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VLM perception • Motor control • Camera feed</a:t>
            </a:r>
            <a:br/>
            <a:r>
              <a:t>→ Drives SO-101 Follower Arm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840480"/>
            <a:ext cx="4572000" cy="16459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B900"/>
                </a:solidFill>
                <a:latin typeface="Calibri"/>
              </a:defRPr>
            </a:pPr>
            <a:r>
              <a:t>RTX 3070 — ISAAC 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B: The 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Physics simulation • Stress testing • Validation</a:t>
            </a:r>
            <a:br/>
            <a:r>
              <a:t>→ Digital Twin of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577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4C4C"/>
                </a:solidFill>
                <a:latin typeface="Calibri"/>
              </a:defRPr>
            </a:pPr>
            <a:r>
              <a:t>◀── feedback loop ──▶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Agent D: The Operator — Human override via Leader Arm for safety-critical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WHY EDGE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Hardware-native. Designed for environments where cloud doesn't exist.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Edge Rescue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Internet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Required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Not needed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100–500ms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&lt;10ms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Disaster zone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Unusable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Designed for it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Physics validation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Every action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point of failure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4C4C"/>
                          </a:solidFill>
                          <a:latin typeface="Calibri"/>
                        </a:defRPr>
                      </a:pPr>
                      <a:r>
                        <a:t>Cloud outage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Self-contained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HARDWARE ON THE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NVIDIA DGX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Local LLM — planning +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NVIDIA Jetson Orin Nano Super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VLM perception + motor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RTX 3070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Isaac Sim — physics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SO-101 Follower 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Executes validated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SO-101 Leader 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Human override for edge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2x Mono Cameras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Stereo perception → digital twin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 the intersection of three rapidly growing markets.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C4C"/>
                </a:solidFill>
                <a:latin typeface="Calibri"/>
              </a:defRPr>
            </a:pPr>
            <a:r>
              <a:t>Disaster Response</a:t>
            </a:r>
            <a:br/>
            <a:r>
              <a:t>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$2.5B → $6.2B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by 2033 (10.5% CAGR)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Search &amp; rescue robots:</a:t>
            </a:r>
            <a:br/>
            <a:r>
              <a:t>$35.3B in 2025</a:t>
            </a:r>
            <a:br/>
            <a:r>
              <a:t>$70.3B by 2030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Calibri"/>
              </a:defRPr>
            </a:pPr>
            <a:r>
              <a:t>Digital Twin</a:t>
            </a:r>
            <a:br/>
            <a: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$35.8B → $328.5B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by 2034 (31.1% CAGR)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NVIDIA Omniverse deployed</a:t>
            </a:r>
            <a:br/>
            <a:r>
              <a:t>by TSMC, BMW, Siemens</a:t>
            </a:r>
            <a:br/>
            <a:r>
              <a:t>for factory digital twins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38328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  <a:latin typeface="Calibri"/>
              </a:defRPr>
            </a:pPr>
            <a:r>
              <a:t>Edge AI</a:t>
            </a:r>
            <a:br/>
            <a:r>
              <a:t>for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$1.2 Trillion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 2025 US manufacturing</a:t>
            </a:r>
            <a:br/>
            <a:r>
              <a:t>investment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NVIDIA Jetson, Isaac Sim,</a:t>
            </a:r>
            <a:br/>
            <a:r>
              <a:t>DGX Spark all built for</a:t>
            </a:r>
            <a:br/>
            <a:r>
              <a:t>exactly this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Sources: Verified Market Reports, Mordor Intelligence, GM Insights, NVIDIA Newsroom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BEYOND DISASTER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demo is blocks. The architecture is universal.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Hazmat Decommissioning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Test a cutting procedure in sim before committing a robot in a radioactive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Remote Space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Build a habitat in sim on Earth, execute on Mars where 20-min signal delay makes teleoperation impossible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Precision 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Simulate micro-assembly before a robot places a component worth thousands of dollars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69848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Infrastructure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Simulate load redistribution before a robot removes a damaged bridge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  <a:latin typeface="Calibri"/>
              </a:defRPr>
            </a:pPr>
            <a:r>
              <a:t>The prompt changes. The manipulator changes. The physics engine stays the same.</a:t>
            </a:r>
            <a:br/>
            <a:r>
              <a:t>If you can simulate it, you can validate it. If you can validate it, you can trust a robot to do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620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Build a tower. Break it in simulation.</a:t>
            </a:r>
            <a:br/>
            <a:r>
              <a:t>Redesign it. Rebuild it stronger.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Edge Rescue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920240"/>
            <a:ext cx="4876495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An AI system that plans a construction task, simulates it to check for structural failure, and only then tells the robot to build.</a:t>
            </a:r>
            <a:br/>
            <a:br/>
            <a:r>
              <a:t>If the simulation says it'll collapse in an earthquake, the AI redesigns it and the robot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6B900"/>
                </a:solidFill>
                <a:latin typeface="Calibri"/>
              </a:defRPr>
            </a:pPr>
            <a:r>
              <a:t>Fully local.  Fully autonomous.  Physics-validated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Built for the places where cloud doesn't reach and mistakes cost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Eashan Iyer  |  Samuel Lihn  |  Gordon Jin  |  Trevor Kwan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APPENDIX: PRIZE TRACK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Prize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76B900"/>
                          </a:solidFill>
                          <a:latin typeface="Calibri"/>
                        </a:defRPr>
                      </a:pPr>
                      <a:r>
                        <a:t>Why We Fit</a:t>
                      </a:r>
                    </a:p>
                  </a:txBody>
                  <a:tcPr anchor="ctr"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Edge AI Track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DGX Spark + Jetson + Isaac Sim — the full NVIDIA edge stack in one project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Open Models Challenge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Multi-agent system built on NVIDIA open models and hardware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Hardware Hack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3 NVIDIA compute devices + 2 robot arms + stereo cameras on the table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Most Technically Complex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Local LLM + VLA + physics sim + multi-agent orchestration across 3 devices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Greylock Best Multi-Turn Agent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4 agents reasoning about feedback to dynamically complete multi-step construction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Grand Prize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Innovation + technical complexity + social impact demonstrated in a single live demo</a:t>
                      </a:r>
                    </a:p>
                  </a:txBody>
                  <a:tcPr anchor="ctr">
                    <a:solidFill>
                      <a:srgbClr val="1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1293</Words>
  <Application>Microsoft Office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Iyer, Eashan</cp:lastModifiedBy>
  <cp:revision>2</cp:revision>
  <dcterms:created xsi:type="dcterms:W3CDTF">2013-01-27T09:14:16Z</dcterms:created>
  <dcterms:modified xsi:type="dcterms:W3CDTF">2026-02-14T23:29:28Z</dcterms:modified>
  <cp:category/>
</cp:coreProperties>
</file>